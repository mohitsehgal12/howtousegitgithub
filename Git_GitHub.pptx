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E0F5-C5EA-4187-9F0D-158DA2F98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38270-D833-4CEC-B8F3-EAD928DDF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ABC32-D961-4414-B86C-30E6E43B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D803F-9709-4BA3-8515-69D10F14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498CB-55FA-4FBF-91EC-490B1C33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4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09AB-DC0A-486D-BA83-E1BA006D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A176-C40B-4A04-928B-6BCA85D0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0A199-5D38-4109-8B9C-415FA8CD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64A3B-72FC-4085-82A1-F5FB832A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9722-7383-49E7-946F-1A778D7A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0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BE2F-D9BF-4ABE-8641-DA21DAA9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D8409-E04E-4697-BB95-183F31B27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5F3ED-F84D-46C5-9D03-8262B23D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6AD6C-28BD-4F24-A131-8A2B6824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0DD72-81CA-4596-9D7C-EA8C6BE7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52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3E63-4070-4FF7-ACC7-8D4C9B38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98B0-CAFC-45C7-A0CC-331993679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563-1522-498D-8AC2-1B7C2A786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48335-7795-46F0-BE6D-542C0B32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4D583-C68B-494B-B673-066DAA8E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02776-EF96-4ED0-A47F-8069ABC2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26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EBFD-5434-47C2-8367-C43D1F3C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B1854-3076-488D-B22F-51F33523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407B8-45D7-4D92-94A4-DFD79AFB3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39200-9C2D-4B3D-8D63-4FFF6D951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608AC-4B79-4324-ABB8-1FDA418CA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4BF94-647C-4230-B9DC-1C76ED15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123DE-DA5A-4445-8C21-BE7F42E9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D3179-8EF2-4FC2-9115-9E90F5AF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8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5BC9-9D3B-40E6-8265-3C5155E4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40978-5493-439E-BA1F-8F868592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88778-AAE7-44F7-A638-E8BEAF0D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7FC65-2840-4F36-970E-F1BA4C1D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4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69658-DC64-4279-9714-F723EAB0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4EE44-A002-4A92-A37E-42B61FB3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DF71C-04F7-41BD-9898-19F5D3C9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41FE-FDE4-4565-8E44-3062B4BD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21339-795A-468E-8C3D-99A50AB4A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4BB71-DFE4-4691-9087-52FA838EF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268A-DED8-4418-9859-6FE8F1FD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166BC-FF6D-4729-8030-CF9BEB86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87FE5-385C-4F34-A56F-5D76BAC3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40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3F49-D0EF-45D9-93D6-D0EC4DDB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54024-8EEB-4DD3-B669-C01FE3F3E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D45D1-D1FE-4533-8CBD-07EAC3BBB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2F167-9862-4719-94B3-D156A980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B1EEB-71B9-47E7-8026-A7182E96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99A17-AE0F-4D49-B973-520D9E76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37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13DC-B274-4243-8A05-3165AB77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2B47C-9304-4BC6-88B9-F50B6FC63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455EB-E2CB-4821-917F-12A6E33C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105A9-0977-4A7A-B0F9-F0F16320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96621-7F64-4D9C-8DE8-4F027D1D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7EEC3-6E4B-41AE-8C93-B96262061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33825-8753-41B4-B436-23E553DE9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572A5-6EBC-47A5-A6E4-22885F7B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11919-8CCD-465D-ABB5-5942FBBC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757C-C5E9-492B-BF8B-35A4CC60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16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5DAD1-47BF-4D6D-8FF1-541A5B38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4DD58-7421-439A-9332-49EDE0BD6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3B2BB-9A73-41CC-A6C2-912C04E00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45B92-2FD0-4111-9EB2-D5518A91E0B0}" type="datetimeFigureOut">
              <a:rPr lang="en-IN" smtClean="0"/>
              <a:t>12-02-2022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B03A8-6DA1-47FB-A478-118EB48B4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D1635-4AEF-4A7F-AE1B-142E88A7D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55918-EA8D-4AE3-B2C8-6D2A13791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25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@example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64D7-79A9-4F12-93A5-AD628BB97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3838-57AD-403D-AC45-8941F2299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68889-C869-4307-88C9-C5FA8587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2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C64E-2815-4DC2-A90C-4F671163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Initial configurations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37FA3-8144-4D0B-B5E2-049FC2D9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Set username</a:t>
            </a:r>
          </a:p>
          <a:p>
            <a:pPr marL="0" indent="0">
              <a:buNone/>
            </a:pPr>
            <a:r>
              <a:rPr lang="en-US" dirty="0"/>
              <a:t>git config --global user.name Mohit</a:t>
            </a:r>
          </a:p>
          <a:p>
            <a:pPr marL="0" indent="0">
              <a:buNone/>
            </a:pPr>
            <a:r>
              <a:rPr lang="en-US" dirty="0"/>
              <a:t>2. Set email </a:t>
            </a:r>
          </a:p>
          <a:p>
            <a:pPr marL="0" indent="0">
              <a:buNone/>
            </a:pPr>
            <a:r>
              <a:rPr lang="en-US" dirty="0"/>
              <a:t>git config --global </a:t>
            </a:r>
            <a:r>
              <a:rPr lang="en-US" dirty="0" err="1"/>
              <a:t>user.email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email@example.com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Check username</a:t>
            </a:r>
          </a:p>
          <a:p>
            <a:pPr marL="0" indent="0">
              <a:buNone/>
            </a:pPr>
            <a:r>
              <a:rPr lang="en-US" dirty="0"/>
              <a:t>git config --global user.name</a:t>
            </a:r>
          </a:p>
          <a:p>
            <a:pPr marL="0" indent="0">
              <a:buNone/>
            </a:pPr>
            <a:r>
              <a:rPr lang="en-US" dirty="0"/>
              <a:t>4. Check email</a:t>
            </a:r>
          </a:p>
          <a:p>
            <a:pPr marL="0" indent="0">
              <a:buNone/>
            </a:pPr>
            <a:r>
              <a:rPr lang="en-US" dirty="0"/>
              <a:t>git config --global </a:t>
            </a:r>
            <a:r>
              <a:rPr lang="en-US" dirty="0" err="1"/>
              <a:t>user.email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44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E2A2-2567-4A1D-9F7A-E90D5136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DA5E1-FA0C-4C87-BB87-FAD56652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Open VS code using Git bash</a:t>
            </a:r>
          </a:p>
          <a:p>
            <a:pPr marL="0" indent="0">
              <a:buNone/>
            </a:pPr>
            <a:r>
              <a:rPr lang="en-US" dirty="0"/>
              <a:t>code .</a:t>
            </a:r>
          </a:p>
          <a:p>
            <a:pPr marL="0" indent="0">
              <a:buNone/>
            </a:pPr>
            <a:r>
              <a:rPr lang="en-US" dirty="0"/>
              <a:t>2.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17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DDB0-6848-4551-8FD6-DB719E50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ECF61-ABAC-4C08-841E-C4A076CC1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 </a:t>
            </a:r>
            <a:r>
              <a:rPr lang="en-US" dirty="0">
                <a:sym typeface="Wingdings" panose="05000000000000000000" pitchFamily="2" charset="2"/>
              </a:rPr>
              <a:t> List all files present in that directory</a:t>
            </a:r>
          </a:p>
          <a:p>
            <a:r>
              <a:rPr lang="en-US" dirty="0" err="1">
                <a:sym typeface="Wingdings" panose="05000000000000000000" pitchFamily="2" charset="2"/>
              </a:rPr>
              <a:t>pwd</a:t>
            </a:r>
            <a:r>
              <a:rPr lang="en-US" dirty="0">
                <a:sym typeface="Wingdings" panose="05000000000000000000" pitchFamily="2" charset="2"/>
              </a:rPr>
              <a:t>  Present working directory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74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Git Initial configurations</vt:lpstr>
      <vt:lpstr>Git commands</vt:lpstr>
      <vt:lpstr>Linux 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sehgalrkss@outlook.com</dc:creator>
  <cp:lastModifiedBy>sehgalrkss@outlook.com</cp:lastModifiedBy>
  <cp:revision>1</cp:revision>
  <dcterms:created xsi:type="dcterms:W3CDTF">2022-02-12T14:08:22Z</dcterms:created>
  <dcterms:modified xsi:type="dcterms:W3CDTF">2022-02-12T14:18:26Z</dcterms:modified>
</cp:coreProperties>
</file>